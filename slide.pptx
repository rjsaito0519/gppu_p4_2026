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341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059E5-E035-AC0E-C521-B9BD14AEF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7F321A-C67D-7BC5-727A-FE33CBD40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551AD7-5CFA-2223-BE1F-C1265D7D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0A435F-9ACA-80BA-F4C1-5721B407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B72D81-63BD-D863-B513-0EF5A706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39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2A1CCB-DA96-A98A-A3FC-6521C59A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FB917F-915A-4E2A-A4B6-AED9BE9D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F55050-8B23-AE6C-0AEE-D1D1F127A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7A0EC3-82F4-09AD-C950-8700ADE1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C488CD-A7C6-3A23-CC5C-0BDAE860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39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CD637-C7A4-BAEB-6BFF-F6FC81C4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1DE143-1A28-41E0-0495-54E5112E9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14C0FB-2F15-FB34-570F-B6BDB52F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0A1915-C68E-54FA-9A71-32381EB2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17D5CF-A410-99CE-C873-BF628F70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63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BCF6D-47C2-2452-B87A-2FE61783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F0DCDA-BD89-5487-2D39-5FE125B3E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4E5403-7ED3-54F7-EE8C-06A2EDB86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9CA44D-2A5D-C67C-06E8-B08BB6FB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5CD455-AEB3-101F-250F-0B540125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45FDE8-A13C-FF50-7469-8DD204A1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86B75-8C6A-74F2-BC76-9574E44A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FD6E8E-3F64-113D-C949-AC12D04DD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451FD8-AABC-2965-7DBC-DFE56A4BD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8D63E0E-9F68-C997-18D8-2E50AB748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28E9CDF-A777-F91F-E9A5-410E4384F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D4B50B-7BF4-3CC2-833B-1FFF7392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5359C6-8C8B-BD20-7B85-53EBDD73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1BE0DEA-096D-2B5F-B776-F4B19740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42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8A3A8-8E81-BDF4-334F-635FDBC7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27B894-E6D6-3B16-BF42-179D3EEE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6909DB-252C-6FDA-F702-090799AA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B73153-18A6-D3D5-8124-B4E6F0DF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75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F0B349-C34C-94D4-00C3-913785F0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001BA6-CE4D-3C0D-B793-D1323834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976819-F7B8-A383-54DD-308C3CAA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46A2F-17C2-6D68-0A7B-F1D94C7C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7E0D89-5294-A49E-2072-711810CF8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6C3568-5FBA-5C84-EC85-3AB3F2966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B2805F-D389-7CC5-1BD6-6796B58E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17A4A-9019-8A30-755D-69FF4981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B83202-2FB7-0F27-FD6F-8E051561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958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2ECE45-E339-1300-7DBD-D8754354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ACFF7D6-2919-A2D2-8147-FF547ED4F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FA0B19-8216-A605-D998-955FDC334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7C2B41-385D-A00D-0102-D7DF6F08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1743FF-E091-3AE4-78A4-843203A4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D15D7A-DEA3-4EEC-9787-A58224AA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32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62DE5-9698-DA34-73DD-E1CB5F5B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0A7D0-97D8-3DA2-3B29-E87E810A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F71FA0-055A-B3F4-A7AE-CED3A64D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1BA698-30DA-F5D8-2BCD-8C64CDB3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C086D1-BFFA-E247-8E49-B4646ED7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59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0810137-0E6A-750E-6157-6A9A975C1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4C92D7-9DAF-6FD1-1EBB-C601E4B73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C25FC8-5A90-3286-5A15-57A9D6E9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0943B5-01AE-A488-E235-2E3A66E3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9318FF-781F-884B-06A6-4FFF82AF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79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0FF66E-A9B9-4863-0D70-BFC85838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64A9F4-AD2E-54D4-D63E-13890381C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46BE76-561D-4334-0C08-777881E31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13398-F4FB-43BF-AEA4-9DF39A5FF13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AB0780-62C9-B902-14E6-75E270FCB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F2381A-4734-55EC-5355-866CEACEE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ECC38-FB4A-42D4-BA99-6F29DAD1DA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27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C8DC88C-F003-BA28-999C-868B8353F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71" y="-637115"/>
            <a:ext cx="5587478" cy="475191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3A6352F-B7BE-A631-192A-320A0FE8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9829" y="4347763"/>
            <a:ext cx="6897063" cy="208626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3225BE4-0CC0-42E3-C660-FDD999881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19" y="-870079"/>
            <a:ext cx="6027664" cy="498487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4A31FDC-2893-3AF8-277D-103FB94CBD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631"/>
          <a:stretch>
            <a:fillRect/>
          </a:stretch>
        </p:blipFill>
        <p:spPr>
          <a:xfrm>
            <a:off x="6794993" y="4300131"/>
            <a:ext cx="6692408" cy="213389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7B7110A-6F3D-DF1C-39F4-7E18CEB5A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2228" y="0"/>
            <a:ext cx="587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63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4B6368D-9424-2213-178A-0E72179F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7" y="756864"/>
            <a:ext cx="7925906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1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61782DD-3DD1-E7EA-537D-2DBA62405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88" y="594542"/>
            <a:ext cx="7563906" cy="543000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ECFB6B4-652E-39B5-0AF1-772B8DE2C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519" y="2028630"/>
            <a:ext cx="8592749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BFD0-2303-ED19-ADF8-CA342812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CBC6915-BA65-74E9-DB56-9E0E96BA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709"/>
            <a:ext cx="7678222" cy="552527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ED24EC2-DB26-284A-43F9-409FDAAB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971" y="1918605"/>
            <a:ext cx="6839905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7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C6AF-5FC4-99CA-1D0A-5201DE37D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03D1AA6-2EBD-EBEF-8344-203B5919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1" y="682980"/>
            <a:ext cx="7049816" cy="509837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2DFDD68-8590-33D3-FA7F-1E7B5D74A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418" y="2011738"/>
            <a:ext cx="5624047" cy="16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9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0</Words>
  <Application>Microsoft Office PowerPoint</Application>
  <PresentationFormat>ワイド画面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齋藤　隆太</dc:creator>
  <cp:lastModifiedBy>齋藤　隆太</cp:lastModifiedBy>
  <cp:revision>1</cp:revision>
  <dcterms:created xsi:type="dcterms:W3CDTF">2026-08-24T05:20:03Z</dcterms:created>
  <dcterms:modified xsi:type="dcterms:W3CDTF">2026-08-24T07:39:07Z</dcterms:modified>
</cp:coreProperties>
</file>